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33fbe67e384851" /><Relationship Type="http://schemas.openxmlformats.org/officeDocument/2006/relationships/extended-properties" Target="/docProps/app.xml" Id="R88b3e90883504ba4" /><Relationship Type="http://schemas.openxmlformats.org/officeDocument/2006/relationships/officeDocument" Target="/ppt/presentation.xml" Id="Rea52bcee8136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1d089a2a524413"/>
  </p:sldMasterIdLst>
  <p:notesMasterIdLst>
    <p:notesMasterId xmlns:r="http://schemas.openxmlformats.org/officeDocument/2006/relationships" r:id="R1dfeb116c8f54a1b"/>
  </p:notesMasterIdLst>
  <p:sldIdLst>
    <p:sldId xmlns:r="http://schemas.openxmlformats.org/officeDocument/2006/relationships" id="256" r:id="Ra84d604baee24063"/>
    <p:sldId xmlns:r="http://schemas.openxmlformats.org/officeDocument/2006/relationships" id="257" r:id="R147bf18fe6354b50"/>
    <p:sldId xmlns:r="http://schemas.openxmlformats.org/officeDocument/2006/relationships" id="258" r:id="R0041c44ef6bb466f"/>
    <p:sldId xmlns:r="http://schemas.openxmlformats.org/officeDocument/2006/relationships" id="259" r:id="Ra1798a1575e94e37"/>
    <p:sldId xmlns:r="http://schemas.openxmlformats.org/officeDocument/2006/relationships" id="260" r:id="R8ef0a508ed6645c4"/>
    <p:sldId xmlns:r="http://schemas.openxmlformats.org/officeDocument/2006/relationships" id="261" r:id="Rb059312e29164032"/>
    <p:sldId xmlns:r="http://schemas.openxmlformats.org/officeDocument/2006/relationships" id="262" r:id="R812a306643724f04"/>
    <p:sldId xmlns:r="http://schemas.openxmlformats.org/officeDocument/2006/relationships" id="263" r:id="R6fd1b50aca064978"/>
    <p:sldId xmlns:r="http://schemas.openxmlformats.org/officeDocument/2006/relationships" id="264" r:id="R9637f79500e74a96"/>
    <p:sldId xmlns:r="http://schemas.openxmlformats.org/officeDocument/2006/relationships" id="265" r:id="R029cdf1e345744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fd71a70844aa4" /><Relationship Type="http://schemas.openxmlformats.org/officeDocument/2006/relationships/slideMaster" Target="/ppt/slideMasters/slideMaster1.xml" Id="Rca1d089a2a524413" /><Relationship Type="http://schemas.openxmlformats.org/officeDocument/2006/relationships/notesMaster" Target="/ppt/notesMasters/notesMaster1.xml" Id="R1dfeb116c8f54a1b" /><Relationship Type="http://schemas.openxmlformats.org/officeDocument/2006/relationships/presProps" Target="/ppt/presProps.xml" Id="R2cdf35923c154cf3" /><Relationship Type="http://schemas.openxmlformats.org/officeDocument/2006/relationships/tableStyles" Target="/ppt/tableStyles.xml" Id="R991cda418c324aa6" /><Relationship Type="http://schemas.openxmlformats.org/officeDocument/2006/relationships/slide" Target="/ppt/slides/slide1.xml" Id="Ra84d604baee24063" /><Relationship Type="http://schemas.openxmlformats.org/officeDocument/2006/relationships/slide" Target="/ppt/slides/slide2.xml" Id="R147bf18fe6354b50" /><Relationship Type="http://schemas.openxmlformats.org/officeDocument/2006/relationships/slide" Target="/ppt/slides/slide3.xml" Id="R0041c44ef6bb466f" /><Relationship Type="http://schemas.openxmlformats.org/officeDocument/2006/relationships/slide" Target="/ppt/slides/slide4.xml" Id="Ra1798a1575e94e37" /><Relationship Type="http://schemas.openxmlformats.org/officeDocument/2006/relationships/slide" Target="/ppt/slides/slide5.xml" Id="R8ef0a508ed6645c4" /><Relationship Type="http://schemas.openxmlformats.org/officeDocument/2006/relationships/slide" Target="/ppt/slides/slide6.xml" Id="Rb059312e29164032" /><Relationship Type="http://schemas.openxmlformats.org/officeDocument/2006/relationships/slide" Target="/ppt/slides/slide7.xml" Id="R812a306643724f04" /><Relationship Type="http://schemas.openxmlformats.org/officeDocument/2006/relationships/slide" Target="/ppt/slides/slide8.xml" Id="R6fd1b50aca064978" /><Relationship Type="http://schemas.openxmlformats.org/officeDocument/2006/relationships/slide" Target="/ppt/slides/slide9.xml" Id="R9637f79500e74a96" /><Relationship Type="http://schemas.openxmlformats.org/officeDocument/2006/relationships/slide" Target="/ppt/slides/slide10.xml" Id="R029cdf1e345744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4c1a61f4454d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fc6fd48b9e450e" /><Relationship Type="http://schemas.openxmlformats.org/officeDocument/2006/relationships/notesMaster" Target="/ppt/notesMasters/notesMaster1.xml" Id="R747f450255d3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54c4c8ccd140ea" /><Relationship Type="http://schemas.openxmlformats.org/officeDocument/2006/relationships/notesMaster" Target="/ppt/notesMasters/notesMaster1.xml" Id="Rf88f345287174d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bf091a17964962" /><Relationship Type="http://schemas.openxmlformats.org/officeDocument/2006/relationships/notesMaster" Target="/ppt/notesMasters/notesMaster1.xml" Id="R1ef579e8c29646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582173c23a4841" /><Relationship Type="http://schemas.openxmlformats.org/officeDocument/2006/relationships/notesMaster" Target="/ppt/notesMasters/notesMaster1.xml" Id="Rdbfa66f552704d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67952f712648eb" /><Relationship Type="http://schemas.openxmlformats.org/officeDocument/2006/relationships/notesMaster" Target="/ppt/notesMasters/notesMaster1.xml" Id="R147193cad40848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ac2251dae146d4" /><Relationship Type="http://schemas.openxmlformats.org/officeDocument/2006/relationships/notesMaster" Target="/ppt/notesMasters/notesMaster1.xml" Id="R51dd2211340c43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cf1e86a2e547ec" /><Relationship Type="http://schemas.openxmlformats.org/officeDocument/2006/relationships/notesMaster" Target="/ppt/notesMasters/notesMaster1.xml" Id="Re79a8b9b15ce47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49fbbeeff6475e" /><Relationship Type="http://schemas.openxmlformats.org/officeDocument/2006/relationships/notesMaster" Target="/ppt/notesMasters/notesMaster1.xml" Id="R0e8ba7ec6ea249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b67ef013024746" /><Relationship Type="http://schemas.openxmlformats.org/officeDocument/2006/relationships/notesMaster" Target="/ppt/notesMasters/notesMaster1.xml" Id="R1be2c848fcd142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610d407886422d" /><Relationship Type="http://schemas.openxmlformats.org/officeDocument/2006/relationships/notesMaster" Target="/ppt/notesMasters/notesMaster1.xml" Id="Rb10371ea7b8945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面向新玩家的10页项目介绍。封面为内置图像生成工具制作的概念宣传图，实机效果以其余页面截图及实际游戏为准。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主菜单截图来自v1.76。网页首次加载需要网络；在线统计与社区名录需要联网。单人战斗本身在浏览器运行。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十二位可选英雄。头像是项目中已有的官方英雄头像素材，使用说明见THIRD_PARTY_NOTICES.txt。每位英雄均可选择进入零号协议，但不宣称全英雄平衡已经完全验收。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实机截图来自保留的v1.73回归素材，展示经典模式。直布罗陀支持三种普通模式；伊利奥斯支持训练与据点；城堡、南极洲以自由练习为主。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任务规则依据当前v1.76游玩说明。任务完成前持续增援，同场有上限；完成任务并清理余敌后才会开门。最终终端靠近后按住T三秒。截图为当前构建回归测试的战役选择界面。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战役布景来自当前构建回归截图。展示场景及黄昏氛围，不代表截图中已经完成完整通关。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难度会调整敌人压力、补给和任务推进速度；挑战需先完成困难。可在设置中减少闪光。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截图来自v1.74保留的独立测试存档，展示当前版本继续支持的数据迁移流程。导入替换当前游戏数据，建议先导出留底；备份本地处理。手动存档不是战斗瞬间的完整快照。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图片是版本验证时的界面记录，画面中人数与次数仅代表拍摄时刻。联网功能依赖现有Cloudflare服务；断网不影响单机战斗。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游戏链接：https://rpq123.github.io/hero-demo/ 。建议使用桌面Chrome或Edge，在游戏内开启全屏。按个人设置自定义键位。</a:t>
            </a:r>
          </a:p>
          <a:p xmlns:a="http://schemas.openxmlformats.org/drawingml/2006/main">
            <a:r>
              <a:t>依据：PVE_游玩说明.md；更新记录_v1.76.md；游玩说明.md</a:t>
            </a:r>
          </a:p>
          <a:p xmlns:a="http://schemas.openxmlformats.org/drawingml/2006/main">
            <a:r>
              <a:t>项目：https://github.com/RPQ123/hero-demo</a:t>
            </a:r>
          </a:p>
          <a:p xmlns:a="http://schemas.openxmlformats.org/drawingml/2006/main">
            <a:r>
              <a:t>游玩：https://rpq123.github.io/hero-demo/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2c27a58194b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8ae6af2bc4ee2" /><Relationship Type="http://schemas.openxmlformats.org/officeDocument/2006/relationships/slideLayout" Target="/ppt/slideLayouts/slideLayout1.xml" Id="R33ea9633c7694be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ea9633c7694be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8ac9137794b38" /><Relationship Type="http://schemas.openxmlformats.org/officeDocument/2006/relationships/image" Target="/ppt/media/image.png" Id="R18623a5ab8b74ae2" /><Relationship Type="http://schemas.openxmlformats.org/officeDocument/2006/relationships/notesSlide" Target="/ppt/notesSlides/notesSlide1.xml" Id="R1b52f9476ba641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c277cf7ed4069" /><Relationship Type="http://schemas.openxmlformats.org/officeDocument/2006/relationships/image" Target="/ppt/media/image2.png" Id="R3ecaad01c7c34d15" /><Relationship Type="http://schemas.openxmlformats.org/officeDocument/2006/relationships/notesSlide" Target="/ppt/notesSlides/notesSlide2.xml" Id="Rc8c4e42412d04d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b1bfe032a4d00" /><Relationship Type="http://schemas.openxmlformats.org/officeDocument/2006/relationships/image" Target="/ppt/media/image3.png" Id="R7d3c305ef2194bba" /><Relationship Type="http://schemas.openxmlformats.org/officeDocument/2006/relationships/image" Target="/ppt/media/image4.png" Id="R09076d0253b84300" /><Relationship Type="http://schemas.openxmlformats.org/officeDocument/2006/relationships/image" Target="/ppt/media/image5.png" Id="R33507d6e19284755" /><Relationship Type="http://schemas.openxmlformats.org/officeDocument/2006/relationships/image" Target="/ppt/media/image6.png" Id="Rd1eb1f45226949cd" /><Relationship Type="http://schemas.openxmlformats.org/officeDocument/2006/relationships/image" Target="/ppt/media/image7.png" Id="Ra10c8c5c4f584cab" /><Relationship Type="http://schemas.openxmlformats.org/officeDocument/2006/relationships/image" Target="/ppt/media/image8.png" Id="R2ba771299d7b44c0" /><Relationship Type="http://schemas.openxmlformats.org/officeDocument/2006/relationships/image" Target="/ppt/media/image9.png" Id="R25eb44b5637f4ce1" /><Relationship Type="http://schemas.openxmlformats.org/officeDocument/2006/relationships/image" Target="/ppt/media/image10.png" Id="Rc9fbf63bef954b74" /><Relationship Type="http://schemas.openxmlformats.org/officeDocument/2006/relationships/image" Target="/ppt/media/image11.png" Id="R11eda2c818c54c4e" /><Relationship Type="http://schemas.openxmlformats.org/officeDocument/2006/relationships/image" Target="/ppt/media/image12.png" Id="R1ca65c54f2c64b12" /><Relationship Type="http://schemas.openxmlformats.org/officeDocument/2006/relationships/image" Target="/ppt/media/image13.png" Id="Re600aaacdb954e5e" /><Relationship Type="http://schemas.openxmlformats.org/officeDocument/2006/relationships/image" Target="/ppt/media/image14.png" Id="R1139e4668145497c" /><Relationship Type="http://schemas.openxmlformats.org/officeDocument/2006/relationships/notesSlide" Target="/ppt/notesSlides/notesSlide3.xml" Id="R90a7837c9b994e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559abec734c45" /><Relationship Type="http://schemas.openxmlformats.org/officeDocument/2006/relationships/image" Target="/ppt/media/image15.png" Id="R203fa1ae585e4431" /><Relationship Type="http://schemas.openxmlformats.org/officeDocument/2006/relationships/notesSlide" Target="/ppt/notesSlides/notesSlide4.xml" Id="Ra8217b417ccc42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0b1d2d89a4b4d" /><Relationship Type="http://schemas.openxmlformats.org/officeDocument/2006/relationships/image" Target="/ppt/media/image16.png" Id="R7d895b1f69304c37" /><Relationship Type="http://schemas.openxmlformats.org/officeDocument/2006/relationships/notesSlide" Target="/ppt/notesSlides/notesSlide5.xml" Id="R7d946dc53d2040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92be4a55944bb" /><Relationship Type="http://schemas.openxmlformats.org/officeDocument/2006/relationships/image" Target="/ppt/media/image17.png" Id="R35428f0d5f264cbe" /><Relationship Type="http://schemas.openxmlformats.org/officeDocument/2006/relationships/notesSlide" Target="/ppt/notesSlides/notesSlide6.xml" Id="R0401e23f38f447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f72e9564141f1" /><Relationship Type="http://schemas.openxmlformats.org/officeDocument/2006/relationships/image" Target="/ppt/media/image18.png" Id="Ra3c496d2e5db4afe" /><Relationship Type="http://schemas.openxmlformats.org/officeDocument/2006/relationships/notesSlide" Target="/ppt/notesSlides/notesSlide7.xml" Id="R572a66a772c243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cc0f533d4d48" /><Relationship Type="http://schemas.openxmlformats.org/officeDocument/2006/relationships/image" Target="/ppt/media/image19.png" Id="R26287bbf22c14f80" /><Relationship Type="http://schemas.openxmlformats.org/officeDocument/2006/relationships/notesSlide" Target="/ppt/notesSlides/notesSlide8.xml" Id="Rd71dddd7077646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e3ad784c64c32" /><Relationship Type="http://schemas.openxmlformats.org/officeDocument/2006/relationships/image" Target="/ppt/media/image20.png" Id="R468de2b067914b02" /><Relationship Type="http://schemas.openxmlformats.org/officeDocument/2006/relationships/notesSlide" Target="/ppt/notesSlides/notesSlide9.xml" Id="R57d03ce1ed1247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8e3ad5d994998" /><Relationship Type="http://schemas.openxmlformats.org/officeDocument/2006/relationships/image" Target="/ppt/media/image21.png" Id="R3f4cc49505c14404" /><Relationship Type="http://schemas.openxmlformats.org/officeDocument/2006/relationships/notesSlide" Target="/ppt/notesSlides/notesSlide10.xml" Id="R1439b5ebd4c844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23a5ab8b74ae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B0B343-54DB-424B-8F25-4FF5B82C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6286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英雄归来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4764-8210-4B46-9570-13D1A8F2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57525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单人射击 · 零号协议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1AE8-E422-4A05-8BFE-CBD125E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浏览器即玩 / 项目介绍 v1.76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719132-ACDC-4DC2-8CFC-593AD8D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非官方粉丝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FCB77-1466-4393-AA01-B39A099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531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概念宣传图 · 非游戏实机</a:t>
            </a:r>
          </a:p>
        </p:txBody>
      </p:sp>
    </p:spTree>
    <p:extLst>
      <p:ext uri="{BB962C8B-B14F-4D97-AF65-F5344CB8AC3E}">
        <p14:creationId xmlns:p14="http://schemas.microsoft.com/office/powerpoint/2010/main" val="12108520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7573C-C92B-418E-A837-8E25E609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打开网页，选择你的行动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2E16F7-40C4-4A3C-BDE3-C3D57FA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桌面 Chrome / Edge · 鼠标与键盘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E45E6-6D3E-4FF1-A727-190D528B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caad01c7c34d15"/>
          <a:stretch xmlns:a="http://schemas.openxmlformats.org/drawingml/2006/main"/>
        </p:blipFill>
        <p:spPr>
          <a:xfrm xmlns:a="http://schemas.openxmlformats.org/drawingml/2006/main">
            <a:off x="4619625" y="1822252"/>
            <a:ext cx="7000875" cy="43755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01EB2-1E49-4BD9-BC53-6B1799CA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rPr>
              <a:t>12 位英雄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60A23-E968-4EE0-A945-B8C6D6F0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860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熟悉武器与技能，再进入</a:t>
            </a:r>
          </a:p>
          <a:p xmlns:a="http://schemas.openxmlformats.org/drawingml/2006/main">
            <a:pPr>
              <a:defRPr sz="202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训练、运载或据点任务。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BC959-9C8F-45A3-B5F9-36A15E5C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独立单机对局</a:t>
            </a:r>
          </a:p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无需安装游戏客户端</a:t>
            </a:r>
          </a:p>
        </p:txBody>
      </p:sp>
    </p:spTree>
    <p:extLst>
      <p:ext uri="{BB962C8B-B14F-4D97-AF65-F5344CB8AC3E}">
        <p14:creationId xmlns:p14="http://schemas.microsoft.com/office/powerpoint/2010/main" val="1649106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5E1191-91D1-41BD-9109-D4205784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十二位英雄，不同战斗节奏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E93FD-C1F9-43F5-A5B3-32EE1AFC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步枪、双枪、弓箭、狙击、近战与冰霜控制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6C13A-ABB3-452F-BB4D-4E726E49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c305ef2194bba"/>
          <a:stretch xmlns:a="http://schemas.openxmlformats.org/drawingml/2006/main"/>
        </p:blipFill>
        <p:spPr>
          <a:xfrm xmlns:a="http://schemas.openxmlformats.org/drawingml/2006/main">
            <a:off x="619125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3D1E5B-613F-41B3-9456-9F70E687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士兵：76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76d0253b84300"/>
          <a:stretch xmlns:a="http://schemas.openxmlformats.org/drawingml/2006/main"/>
        </p:blipFill>
        <p:spPr>
          <a:xfrm xmlns:a="http://schemas.openxmlformats.org/drawingml/2006/main">
            <a:off x="2457450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E5157-AFA8-42D4-99CC-6B1AFE6B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猎空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07d6e19284755"/>
          <a:stretch xmlns:a="http://schemas.openxmlformats.org/drawingml/2006/main"/>
        </p:blipFill>
        <p:spPr>
          <a:xfrm xmlns:a="http://schemas.openxmlformats.org/drawingml/2006/main">
            <a:off x="4295775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27C30-85EB-4FA2-BA7F-27F07D32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卡西迪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b1f45226949cd"/>
          <a:stretch xmlns:a="http://schemas.openxmlformats.org/drawingml/2006/main"/>
        </p:blipFill>
        <p:spPr>
          <a:xfrm xmlns:a="http://schemas.openxmlformats.org/drawingml/2006/main">
            <a:off x="6134100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4D596-7933-43AA-A540-2C592B84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死神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c8c5c4f584cab"/>
          <a:stretch xmlns:a="http://schemas.openxmlformats.org/drawingml/2006/main"/>
        </p:blipFill>
        <p:spPr>
          <a:xfrm xmlns:a="http://schemas.openxmlformats.org/drawingml/2006/main">
            <a:off x="7972425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9BBED-60F3-4791-B939-5FE325E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黑百合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771299d7b44c0"/>
          <a:stretch xmlns:a="http://schemas.openxmlformats.org/drawingml/2006/main"/>
        </p:blipFill>
        <p:spPr>
          <a:xfrm xmlns:a="http://schemas.openxmlformats.org/drawingml/2006/main">
            <a:off x="9810750" y="18669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6D4C7-184F-4DE2-BD1F-F30B7DFD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623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索杰恩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eb44b5637f4ce1"/>
          <a:stretch xmlns:a="http://schemas.openxmlformats.org/drawingml/2006/main"/>
        </p:blipFill>
        <p:spPr>
          <a:xfrm xmlns:a="http://schemas.openxmlformats.org/drawingml/2006/main">
            <a:off x="619125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02CA2-7385-4E9B-989D-890594A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艾什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bf63bef954b74"/>
          <a:stretch xmlns:a="http://schemas.openxmlformats.org/drawingml/2006/main"/>
        </p:blipFill>
        <p:spPr>
          <a:xfrm xmlns:a="http://schemas.openxmlformats.org/drawingml/2006/main">
            <a:off x="2457450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4FE5D-F3A4-4200-B007-E44EF9FA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法老之鹰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da2c818c54c4e"/>
          <a:stretch xmlns:a="http://schemas.openxmlformats.org/drawingml/2006/main"/>
        </p:blipFill>
        <p:spPr>
          <a:xfrm xmlns:a="http://schemas.openxmlformats.org/drawingml/2006/main">
            <a:off x="4295775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B490D-43F6-4EC2-A80E-19E99EC3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堡垒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65c54f2c64b12"/>
          <a:stretch xmlns:a="http://schemas.openxmlformats.org/drawingml/2006/main"/>
        </p:blipFill>
        <p:spPr>
          <a:xfrm xmlns:a="http://schemas.openxmlformats.org/drawingml/2006/main">
            <a:off x="6134100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CB07EC-8AF6-427D-B01F-5A36BD8C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源氏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0aaacdb954e5e"/>
          <a:stretch xmlns:a="http://schemas.openxmlformats.org/drawingml/2006/main"/>
        </p:blipFill>
        <p:spPr>
          <a:xfrm xmlns:a="http://schemas.openxmlformats.org/drawingml/2006/main">
            <a:off x="7972425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66ACE-9C5E-4C09-A77B-F19ABDC7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半藏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39e4668145497c"/>
          <a:stretch xmlns:a="http://schemas.openxmlformats.org/drawingml/2006/main"/>
        </p:blipFill>
        <p:spPr>
          <a:xfrm xmlns:a="http://schemas.openxmlformats.org/drawingml/2006/main">
            <a:off x="9810750" y="39624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24429-B105-43AC-ABDF-C834EE61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57825"/>
            <a:ext cx="1657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美</a:t>
            </a:r>
          </a:p>
        </p:txBody>
      </p:sp>
    </p:spTree>
    <p:extLst>
      <p:ext uri="{BB962C8B-B14F-4D97-AF65-F5344CB8AC3E}">
        <p14:creationId xmlns:p14="http://schemas.microsoft.com/office/powerpoint/2010/main" val="875959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59371-5DB5-4A9F-AC71-A3EB57F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先在经典场景里练习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CF60E-9D41-40EA-8A25-9537B006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四张场景，各有路线与适用模式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34E32-7B1C-4A41-ADC7-3211623B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fa1ae585e4431"/>
          <a:stretch xmlns:a="http://schemas.openxmlformats.org/drawingml/2006/main"/>
        </p:blipFill>
        <p:spPr>
          <a:xfrm xmlns:a="http://schemas.openxmlformats.org/drawingml/2006/main">
            <a:off x="590550" y="2038052"/>
            <a:ext cx="7096125" cy="399157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CE9F9-2243-4733-B10B-8374B4C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619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监测站：直布罗陀</a:t>
            </a:r>
          </a:p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伊利奥斯 · 灯塔庭院</a:t>
            </a:r>
          </a:p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城堡</a:t>
            </a:r>
          </a:p>
          <a:p xmlns:a="http://schemas.openxmlformats.org/drawingml/2006/main">
            <a:pPr>
              <a:def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生态监测站：南极洲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5B107-DA08-4518-B526-0CA6BB1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19625"/>
            <a:ext cx="3333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训练靶场 / 运载目标 / 据点突袭</a:t>
            </a:r>
          </a:p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可用模式随地图变化。</a:t>
            </a:r>
          </a:p>
        </p:txBody>
      </p:sp>
    </p:spTree>
    <p:extLst>
      <p:ext uri="{BB962C8B-B14F-4D97-AF65-F5344CB8AC3E}">
        <p14:creationId xmlns:p14="http://schemas.microsoft.com/office/powerpoint/2010/main" val="325285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E11D9-F6ED-4D45-9ECE-705EF4B0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零号协议：五区连续战役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95747-8423-4643-89B5-B120B0C1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rPr>
              <a:t>完成当前目标，清理余敌，再选择强化向前推进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AED5A-A6C7-42A8-AF4E-E4A8EC17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895b1f69304c37"/>
          <a:stretch xmlns:a="http://schemas.openxmlformats.org/drawingml/2006/main"/>
        </p:blipFill>
        <p:spPr>
          <a:xfrm xmlns:a="http://schemas.openxmlformats.org/drawingml/2006/main">
            <a:off x="5257800" y="1815703"/>
            <a:ext cx="6381750" cy="39885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FF344-3BC5-40F8-B2D7-04D361FA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7685-2D22-4414-AE54-7DC7E7A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288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海岸码头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933BC-4E74-4549-9C4D-6F6325F3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0027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摧毁两座防御继电器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37877-9505-48BA-9453-6D948AED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C77C2-1D42-4A75-ACC8-F224FA40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3842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供电中枢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C3548A-7293-45F7-BE73-89F5F0FA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09900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靠近并守住同步区域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91087-A7EA-4950-B398-5DC5AC96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480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79E0A-3E95-4E1F-B2A8-B4F8835C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4805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运输廊桥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E07EE-7BA8-495C-95B9-BB2F37B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护送核心穿过检查站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988EC-507E-4CF8-8178-AB3EC78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57675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D0FAB7-3B89-4FC4-8A2D-36098D17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57675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山体机库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B4C2E-54C4-4179-B4C4-463FF259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29150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击败两名指挥单位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2FD391-17BC-4F45-9D68-E3EFFABB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4A53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66B5DD-AC81-4B93-A66C-94FC5B64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67300"/>
            <a:ext cx="3476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地下反应堆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112A8-A16C-4807-957C-63BAA2F5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38775"/>
            <a:ext cx="3667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击败首领，关闭终端</a:t>
            </a:r>
          </a:p>
        </p:txBody>
      </p:sp>
    </p:spTree>
    <p:extLst>
      <p:ext uri="{BB962C8B-B14F-4D97-AF65-F5344CB8AC3E}">
        <p14:creationId xmlns:p14="http://schemas.microsoft.com/office/powerpoint/2010/main" val="16382898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E8061A-1EBD-4251-B1D1-CE99B16C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每次推进，都要处理新的战场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704BA-1361-4174-9734-BC102BF4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优先完成目标，利用掩体与高低差保持生存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B5508-D588-4786-B2C3-B553A057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428f0d5f264cbe"/>
          <a:stretch xmlns:a="http://schemas.openxmlformats.org/drawingml/2006/main"/>
        </p:blipFill>
        <p:spPr>
          <a:xfrm xmlns:a="http://schemas.openxmlformats.org/drawingml/2006/main">
            <a:off x="4686300" y="1809750"/>
            <a:ext cx="69342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3D2305-0F79-4E2D-A97F-79E8CE77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rPr>
              <a:t>目标驱动增援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73FB0-444A-4EA0-B715-D6718509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3762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任务未完成时持续增援；</a:t>
            </a:r>
          </a:p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完成后清理剩余敌人。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5F2BA-0069-444B-BE1B-A3D848DA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86225"/>
            <a:ext cx="3952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四次三选一强化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5E50D-FBCC-4C7B-91EE-2C64C419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05350"/>
            <a:ext cx="3762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前四区各选择一次强化，</a:t>
            </a:r>
          </a:p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保留已确认的成长结果。</a:t>
            </a:r>
          </a:p>
        </p:txBody>
      </p:sp>
    </p:spTree>
    <p:extLst>
      <p:ext uri="{BB962C8B-B14F-4D97-AF65-F5344CB8AC3E}">
        <p14:creationId xmlns:p14="http://schemas.microsoft.com/office/powerpoint/2010/main" val="1788846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B3410-8F73-42BA-9853-7B98BC8D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四档难度，四种行动压力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CF0BC-566A-40C2-A1AB-6B85DAA6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rPr>
              <a:t>简单与正常采用晴空，困难进入黄昏，挑战迎来风暴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34ECC-1E3C-4EAC-B514-B9BD6082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FC3D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496d2e5db4afe"/>
          <a:stretch xmlns:a="http://schemas.openxmlformats.org/drawingml/2006/main"/>
        </p:blipFill>
        <p:spPr>
          <a:xfrm xmlns:a="http://schemas.openxmlformats.org/drawingml/2006/main">
            <a:off x="5096827" y="1857375"/>
            <a:ext cx="6522720" cy="40767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79A07-A068-4C7C-9665-1857E37B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00250"/>
            <a:ext cx="3952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简单 / 正常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57DE5-6BBB-49F6-B198-2DE4EBBE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3365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适合熟悉路线与技能节奏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CA992-C704-4596-97B2-67ECA4C9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62325"/>
            <a:ext cx="3952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3A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3A442"/>
                </a:solidFill>
                <a:latin typeface="Microsoft YaHei"/>
                <a:ea typeface="Microsoft YaHei"/>
                <a:cs typeface="Microsoft YaHei"/>
              </a:rPr>
              <a:t>困难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66476-5EDA-4652-9840-ECF51546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9572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补给更少，通关后解锁挑战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05850-11B1-453F-95E3-D506188B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3952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C3A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C3A1FF"/>
                </a:solidFill>
                <a:latin typeface="Microsoft YaHei"/>
                <a:ea typeface="Microsoft YaHei"/>
                <a:cs typeface="Microsoft YaHei"/>
              </a:rPr>
              <a:t>挑战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4B10C-3D51-4BBF-B698-CF23F956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38750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B2C6DB"/>
                </a:solidFill>
                <a:latin typeface="Microsoft YaHei"/>
                <a:ea typeface="Microsoft YaHei"/>
                <a:cs typeface="Microsoft YaHei"/>
              </a:rPr>
              <a:t>无血包，仅允许脱战恢复</a:t>
            </a:r>
          </a:p>
        </p:txBody>
      </p:sp>
    </p:spTree>
    <p:extLst>
      <p:ext uri="{BB962C8B-B14F-4D97-AF65-F5344CB8AC3E}">
        <p14:creationId xmlns:p14="http://schemas.microsoft.com/office/powerpoint/2010/main" val="6724204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28D63E-B732-4B11-99A5-7370FC77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保存进度，也能换电脑继续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CD71F-F6AB-478B-8618-8A80C300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自动续玩 + 5 个自由存档位 + 本地数据导入导出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D3406-CC01-47DA-91E4-C83579E3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87bbf22c14f80"/>
          <a:stretch xmlns:a="http://schemas.openxmlformats.org/drawingml/2006/main"/>
        </p:blipFill>
        <p:spPr>
          <a:xfrm xmlns:a="http://schemas.openxmlformats.org/drawingml/2006/main">
            <a:off x="5238750" y="1895475"/>
            <a:ext cx="63246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1AFCD-5844-4AF8-A5AD-C49750C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240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rPr>
              <a:t>按检查点继续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4A6A4-44AC-44B0-B4C5-F9DCAA4E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43200"/>
            <a:ext cx="41910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保留英雄、难度与已选强化；</a:t>
            </a:r>
          </a:p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恢复时重建当前区域。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ACAAE-4B5C-4601-89E3-18B0C3E6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81475"/>
            <a:ext cx="4095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先导出，再迁移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87DC9-6E8A-48CC-948B-18FD847E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4286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将 JSON 备份带到另一台电脑，</a:t>
            </a:r>
          </a:p>
          <a:p xmlns:a="http://schemas.openxmlformats.org/drawingml/2006/main">
            <a:pPr>
              <a:defRPr sz="187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在兼容版本中确认导入。</a:t>
            </a:r>
          </a:p>
        </p:txBody>
      </p:sp>
    </p:spTree>
    <p:extLst>
      <p:ext uri="{BB962C8B-B14F-4D97-AF65-F5344CB8AC3E}">
        <p14:creationId xmlns:p14="http://schemas.microsoft.com/office/powerpoint/2010/main" val="11139842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5FAB4-F5A8-42D8-8486-67086298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留下战役记录，查看社区动态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12D7D-D12A-4F2F-93FE-8AD2934D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战役荣誉、通关名录与在线统计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D94EC4-A923-468D-A83B-50641BA0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de2b067914b02"/>
          <a:stretch xmlns:a="http://schemas.openxmlformats.org/drawingml/2006/main"/>
        </p:blipFill>
        <p:spPr>
          <a:xfrm xmlns:a="http://schemas.openxmlformats.org/drawingml/2006/main">
            <a:off x="590550" y="1810941"/>
            <a:ext cx="6762750" cy="422671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8FBA1-06A9-4BB4-A993-2FD4DAE8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71675"/>
            <a:ext cx="3714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rPr>
              <a:t>30 项战役荣誉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783FF-7F4F-4D60-8870-48C08088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00350"/>
            <a:ext cx="3571875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通关后可自愿提交昵称与记录。</a:t>
            </a:r>
          </a:p>
          <a:p xmlns:a="http://schemas.openxmlformats.org/drawingml/2006/main">
            <a:pPr>
              <a:def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名录是客户端上报的社区记录，</a:t>
            </a:r>
          </a:p>
          <a:p xmlns:a="http://schemas.openxmlformats.org/drawingml/2006/main">
            <a:pPr>
              <a:def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不作为反作弊认证排名。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9253D-F9C8-4385-941A-7B37C391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24400"/>
            <a:ext cx="3562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打开页面计入在线；</a:t>
            </a:r>
          </a:p>
          <a:p xmlns:a="http://schemas.openxmlformats.org/drawingml/2006/main">
            <a:pPr>
              <a:defRPr sz="180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进入地图增加累计游玩次数。</a:t>
            </a:r>
          </a:p>
        </p:txBody>
      </p:sp>
    </p:spTree>
    <p:extLst>
      <p:ext uri="{BB962C8B-B14F-4D97-AF65-F5344CB8AC3E}">
        <p14:creationId xmlns:p14="http://schemas.microsoft.com/office/powerpoint/2010/main" val="17819996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cc49505c1440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CC280-BC63-476F-9822-143217C3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开始你的行动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CEF4E-D260-4DF3-AF06-BE23C3C1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14600"/>
            <a:ext cx="7667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89422"/>
                </a:solidFill>
                <a:latin typeface="Microsoft YaHei"/>
                <a:ea typeface="Microsoft YaHei"/>
                <a:cs typeface="Microsoft YaHei"/>
              </a:rPr>
              <a:t>rpq123.github.io/hero-demo/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FFDA-2A01-4B99-A45B-FEC1E02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38525"/>
            <a:ext cx="6810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WASD 移动 · 鼠标瞄准 / 射击</a:t>
            </a:r>
          </a:p>
          <a:p xmlns:a="http://schemas.openxmlformats.org/drawingml/2006/main">
            <a:pPr>
              <a:def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R 换弹 · Q 终极技能 · Esc 暂停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9A02-572E-4B34-87F2-5AEA1A27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88632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7374D"/>
                </a:solidFill>
                <a:latin typeface="Microsoft YaHei"/>
                <a:ea typeface="Microsoft YaHei"/>
                <a:cs typeface="Microsoft YaHei"/>
              </a:rPr>
              <a:t>建议先选训练靶场，或简单难度战役。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9AA79-0DF0-459D-BA9F-F02CE405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3778E"/>
                </a:solidFill>
                <a:latin typeface="Microsoft YaHei"/>
                <a:ea typeface="Microsoft YaHei"/>
                <a:cs typeface="Microsoft YaHei"/>
              </a:rPr>
              <a:t>非官方粉丝 DEMO · 概念背景非实机</a:t>
            </a:r>
          </a:p>
        </p:txBody>
      </p:sp>
    </p:spTree>
    <p:extLst>
      <p:ext uri="{BB962C8B-B14F-4D97-AF65-F5344CB8AC3E}">
        <p14:creationId xmlns:p14="http://schemas.microsoft.com/office/powerpoint/2010/main" val="1917396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2026-09-11T16:57:42.6610000Z</dcterms:created>
  <dcterms:modified xsi:type="dcterms:W3CDTF">2026-09-11T16:57:42.6610000Z</dcterms:modified>
</coreProperties>
</file>